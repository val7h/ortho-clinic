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FLUXO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OrthoClinic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Fluxos: Chamada de Paciente • Assinatura Digital • Anamnese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1: Chamada de Paciente (Real-time)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clica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468880" y="128016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1460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011680" cy="54864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/queue/call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258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237744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51460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2011680" cy="54864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76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status=called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423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0" y="347472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5146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2011680" cy="54864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2735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exibe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paciência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520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70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recebe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68880" y="457200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51460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4297680"/>
            <a:ext cx="2011680" cy="548640"/>
          </a:xfrm>
          <a:prstGeom prst="roundRect">
            <a:avLst/>
          </a:prstGeom>
          <a:solidFill>
            <a:srgbClr val="28A74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370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617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822960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120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LATÊNCIAS CRÍTICAS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54406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Clique → API: &lt; 100ms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569671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Validação BD: &lt; 200ms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59527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 broadcast: &lt; 300ms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" y="620877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atualizado: &lt; 500ms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2: Assinatura Digital (ClickSign)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54864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990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"Assinar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dados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7830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011680" cy="54864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70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modal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24688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status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5s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31546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2011680" cy="54864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422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Sucesso!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PDF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38404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132588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13990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1645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0" y="1097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0" y="201168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2331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269748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2770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3017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0" y="2468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97680" y="338328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3456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pendente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3703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944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9440" y="132588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13990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PDF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1645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49440" y="201168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sign_url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49440" y="2331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49440" y="269748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770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assina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49440" y="3017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0" y="2468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49440" y="338328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456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Webhook→BD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49440" y="37033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ClickSign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66560" y="3154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8229600" cy="594360"/>
          </a:xfrm>
          <a:prstGeom prst="roundRect">
            <a:avLst/>
          </a:prstGeom>
          <a:solidFill>
            <a:srgbClr val="28A74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PACIENTE: PDF + Comprovante Assinatura via WhatsApp (&lt; 2s)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5440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COMPLETA (Melhor caso: ~35s | Pior caso: ~60s)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6126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14400" y="5943600"/>
            <a:ext cx="7315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40280" y="58064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48840" y="6126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~1-2s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14600" y="5943600"/>
            <a:ext cx="7315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40480" y="58064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0" y="6126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~2-3s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114800" y="5943600"/>
            <a:ext cx="7315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40680" y="58064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9240" y="6126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~30-40s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715000" y="5943600"/>
            <a:ext cx="7315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40880" y="58064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0" y="6126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~31-42s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3: Anamnese (Primeira Consulta)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NAVEGACAO POR ABAS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72768" cy="73152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Queixa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21408" y="1325880"/>
            <a:ext cx="1572768" cy="7315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7128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Historico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85616" y="1325880"/>
            <a:ext cx="1572768" cy="7315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Habitos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9824" y="1325880"/>
            <a:ext cx="1572768" cy="7315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95544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14032" y="1325880"/>
            <a:ext cx="1572768" cy="731520"/>
          </a:xfrm>
          <a:prstGeom prst="roundRect">
            <a:avLst/>
          </a:prstGeom>
          <a:solidFill>
            <a:srgbClr val="28A74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4630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Resumo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Assinar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Motivo da consulta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9535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Localizacao dor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2095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Intensidade (0-10)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4655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que piora/melhora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224028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6974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Salva a cada campo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29535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Indicador visual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2095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Recuperacao auto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83280" y="34655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sincronizado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224028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26974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Campos obrigatorios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29535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interacoes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2200" y="32095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Consistencia dados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72200" y="34655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Avisos de risco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PROGRESSO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8229600" cy="274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43400"/>
            <a:ext cx="4114800" cy="274320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70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Preenchimento: 50% concluido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FINALIZACAO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120640"/>
            <a:ext cx="2011680" cy="548640"/>
          </a:xfrm>
          <a:prstGeom prst="roundRect">
            <a:avLst/>
          </a:prstGeom>
          <a:solidFill>
            <a:srgbClr val="065A8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1937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5440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68880" y="539496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291840" y="5120640"/>
            <a:ext cx="2011680" cy="548640"/>
          </a:xfrm>
          <a:prstGeom prst="roundRect">
            <a:avLst/>
          </a:prstGeom>
          <a:solidFill>
            <a:srgbClr val="00A89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51937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5440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539496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126480" y="5120640"/>
            <a:ext cx="2011680" cy="548640"/>
          </a:xfrm>
          <a:prstGeom prst="roundRect">
            <a:avLst/>
          </a:prstGeom>
          <a:solidFill>
            <a:srgbClr val="F96167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51937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26480" y="5440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9224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38160" y="5394960"/>
            <a:ext cx="6400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961120" y="5120640"/>
            <a:ext cx="2011680" cy="548640"/>
          </a:xfrm>
          <a:prstGeom prst="roundRect">
            <a:avLst/>
          </a:prstGeom>
          <a:solidFill>
            <a:srgbClr val="28A74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0" y="51937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961120" y="5440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326880" y="4892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~30-40s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2026-06-06T13:01:45Z</dcterms:created>
  <dcterms:modified xsi:type="dcterms:W3CDTF">2026-06-06T13:01:45Z</dcterms:modified>
</cp:coreProperties>
</file>